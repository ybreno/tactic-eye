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Proxima Nova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  <p:embeddedFont>
      <p:font typeface="Alfa Slab One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65C2EA-3120-4AC6-9079-C12DEEA05D53}">
  <a:tblStyle styleId="{3F65C2EA-3120-4AC6-9079-C12DEEA05D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roximaNova-bold.fntdata"/><Relationship Id="rId21" Type="http://schemas.openxmlformats.org/officeDocument/2006/relationships/font" Target="fonts/ProximaNova-regular.fntdata"/><Relationship Id="rId24" Type="http://schemas.openxmlformats.org/officeDocument/2006/relationships/font" Target="fonts/ProximaNova-boldItalic.fntdata"/><Relationship Id="rId23" Type="http://schemas.openxmlformats.org/officeDocument/2006/relationships/font" Target="fonts/ProximaNov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lfaSlabOne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44394c153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44394c153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4394c153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4394c153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4394c153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4394c153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4394c153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4394c153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4394c153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4394c153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4394c153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4394c153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4394c153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4394c153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4394c153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4394c153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4394c153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4394c153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4394c153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4394c153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4394c153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44394c153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4394c153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4394c153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4394c153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44394c153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vlr.g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1518750" y="606150"/>
            <a:ext cx="6044700" cy="340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7669"/>
              <a:t>SOVA</a:t>
            </a:r>
            <a:endParaRPr b="1" sz="766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7669"/>
              <a:t>SCAN</a:t>
            </a:r>
            <a:endParaRPr b="1" sz="7669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VISÃO DO PRODUTO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1297500" y="1567550"/>
            <a:ext cx="7038900" cy="30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100">
                <a:solidFill>
                  <a:srgbClr val="000000"/>
                </a:solidFill>
              </a:rPr>
              <a:t>PARA A ----- CUJO O PROBLEMA ESTÁ NA FORMA DE NOTICIAR AS INFORMAÇÕES E RUMORES SOBRE O CENÁRIO COMPETITIVO DE VALORANT, O SOVA SCAN É UM MEIO DE </a:t>
            </a:r>
            <a:r>
              <a:rPr lang="pt-BR" sz="2100">
                <a:solidFill>
                  <a:srgbClr val="000000"/>
                </a:solidFill>
              </a:rPr>
              <a:t>NOTÍCIAS</a:t>
            </a:r>
            <a:r>
              <a:rPr lang="pt-BR" sz="2100">
                <a:solidFill>
                  <a:srgbClr val="000000"/>
                </a:solidFill>
              </a:rPr>
              <a:t> PELO WHATSAPP E SITE  COM UMA LINGUAGEM DA COMUNIDADE. DIFERENTEMENTE DO </a:t>
            </a:r>
            <a:r>
              <a:rPr lang="pt-BR" sz="21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VLR.GG</a:t>
            </a:r>
            <a:r>
              <a:rPr lang="pt-BR" sz="2100">
                <a:solidFill>
                  <a:srgbClr val="000000"/>
                </a:solidFill>
              </a:rPr>
              <a:t> E DO </a:t>
            </a:r>
            <a:r>
              <a:rPr lang="pt-BR" sz="2100" u="sng">
                <a:solidFill>
                  <a:srgbClr val="000000"/>
                </a:solidFill>
              </a:rPr>
              <a:t>G1</a:t>
            </a:r>
            <a:r>
              <a:rPr lang="pt-BR" sz="2100">
                <a:solidFill>
                  <a:srgbClr val="000000"/>
                </a:solidFill>
              </a:rPr>
              <a:t> O NOSSO PORTAL DE </a:t>
            </a:r>
            <a:r>
              <a:rPr lang="pt-BR" sz="2100">
                <a:solidFill>
                  <a:srgbClr val="000000"/>
                </a:solidFill>
              </a:rPr>
              <a:t>NOTÍCIAS</a:t>
            </a:r>
            <a:r>
              <a:rPr lang="pt-BR" sz="2100">
                <a:solidFill>
                  <a:srgbClr val="000000"/>
                </a:solidFill>
              </a:rPr>
              <a:t> É VOLTADO PARA A COMUNIDADE DE JOGADORES APLICANDO SUAS </a:t>
            </a:r>
            <a:r>
              <a:rPr lang="pt-BR" sz="2100">
                <a:solidFill>
                  <a:srgbClr val="000000"/>
                </a:solidFill>
              </a:rPr>
              <a:t>GÍRIAS</a:t>
            </a:r>
            <a:r>
              <a:rPr lang="pt-BR" sz="2100">
                <a:solidFill>
                  <a:srgbClr val="000000"/>
                </a:solidFill>
              </a:rPr>
              <a:t> USADA PARA NOTICIAR</a:t>
            </a:r>
            <a:r>
              <a:rPr lang="pt-BR" sz="2100">
                <a:solidFill>
                  <a:srgbClr val="000000"/>
                </a:solidFill>
              </a:rPr>
              <a:t>.</a:t>
            </a:r>
            <a:endParaRPr sz="21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1297500" y="393750"/>
            <a:ext cx="3437400" cy="88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É / NÃO É - FAZ / NÃO FAZ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1297500" y="1280250"/>
            <a:ext cx="2960400" cy="17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0000"/>
                </a:solidFill>
              </a:rPr>
              <a:t>É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❏"/>
            </a:pPr>
            <a:r>
              <a:rPr lang="pt-BR" sz="1300">
                <a:solidFill>
                  <a:srgbClr val="000000"/>
                </a:solidFill>
              </a:rPr>
              <a:t> UM PORTAL DE NOTÍCIAS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❏"/>
            </a:pPr>
            <a:r>
              <a:rPr lang="pt-BR" sz="1300">
                <a:solidFill>
                  <a:srgbClr val="000000"/>
                </a:solidFill>
              </a:rPr>
              <a:t>SITE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❏"/>
            </a:pPr>
            <a:r>
              <a:rPr lang="pt-BR" sz="1300">
                <a:solidFill>
                  <a:srgbClr val="000000"/>
                </a:solidFill>
              </a:rPr>
              <a:t>COMUNIDADE NO WHATSAPP</a:t>
            </a:r>
            <a:endParaRPr sz="1300">
              <a:solidFill>
                <a:srgbClr val="000000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719700" y="1038725"/>
            <a:ext cx="3064800" cy="17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pt-BR" sz="1522">
                <a:solidFill>
                  <a:srgbClr val="000000"/>
                </a:solidFill>
              </a:rPr>
              <a:t>FAZ</a:t>
            </a:r>
            <a:endParaRPr sz="1522">
              <a:solidFill>
                <a:srgbClr val="000000"/>
              </a:solidFill>
            </a:endParaRPr>
          </a:p>
          <a:p>
            <a:pPr indent="-312578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23"/>
              <a:buChar char="❏"/>
            </a:pPr>
            <a:r>
              <a:rPr lang="pt-BR" sz="1322">
                <a:solidFill>
                  <a:srgbClr val="000000"/>
                </a:solidFill>
              </a:rPr>
              <a:t>ENVIO DE </a:t>
            </a:r>
            <a:r>
              <a:rPr lang="pt-BR" sz="1322">
                <a:solidFill>
                  <a:srgbClr val="000000"/>
                </a:solidFill>
              </a:rPr>
              <a:t>NOTÍCIAS</a:t>
            </a:r>
            <a:r>
              <a:rPr lang="pt-BR" sz="1322">
                <a:solidFill>
                  <a:srgbClr val="000000"/>
                </a:solidFill>
              </a:rPr>
              <a:t> EM TEMPO REAL</a:t>
            </a:r>
            <a:endParaRPr sz="1322">
              <a:solidFill>
                <a:srgbClr val="000000"/>
              </a:solidFill>
            </a:endParaRPr>
          </a:p>
          <a:p>
            <a:pPr indent="-312578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Char char="❏"/>
            </a:pPr>
            <a:r>
              <a:rPr lang="pt-BR" sz="1322">
                <a:solidFill>
                  <a:srgbClr val="000000"/>
                </a:solidFill>
              </a:rPr>
              <a:t>COBERTURA DE CAMPEONATOS DE E-SPORT </a:t>
            </a:r>
            <a:endParaRPr sz="1322">
              <a:solidFill>
                <a:srgbClr val="000000"/>
              </a:solidFill>
            </a:endParaRPr>
          </a:p>
          <a:p>
            <a:pPr indent="-312578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3"/>
              <a:buChar char="❏"/>
            </a:pPr>
            <a:r>
              <a:rPr lang="pt-BR" sz="1322">
                <a:solidFill>
                  <a:srgbClr val="000000"/>
                </a:solidFill>
              </a:rPr>
              <a:t>COBERTURA DE RUMORES </a:t>
            </a:r>
            <a:endParaRPr sz="1122">
              <a:solidFill>
                <a:srgbClr val="000000"/>
              </a:solidFill>
            </a:endParaRPr>
          </a:p>
          <a:p>
            <a:pPr indent="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22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822"/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822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4771900" y="2954200"/>
            <a:ext cx="2960400" cy="18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0000"/>
                </a:solidFill>
              </a:rPr>
              <a:t>NÃO FAZ</a:t>
            </a:r>
            <a:endParaRPr sz="1500">
              <a:solidFill>
                <a:srgbClr val="000000"/>
              </a:solidFill>
            </a:endParaRPr>
          </a:p>
          <a:p>
            <a:pPr indent="-311150" lvl="0" marL="4572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❏"/>
            </a:pPr>
            <a:r>
              <a:rPr lang="pt-BR" sz="1300">
                <a:solidFill>
                  <a:srgbClr val="000000"/>
                </a:solidFill>
              </a:rPr>
              <a:t>INTERAÇÃO POR ÁUDIO E POR VOZ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❏"/>
            </a:pPr>
            <a:r>
              <a:rPr lang="pt-BR" sz="1300">
                <a:solidFill>
                  <a:srgbClr val="000000"/>
                </a:solidFill>
              </a:rPr>
              <a:t>TRANSMISSÃO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1297500" y="2954200"/>
            <a:ext cx="2960400" cy="18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0000"/>
                </a:solidFill>
              </a:rPr>
              <a:t>NÃO É</a:t>
            </a:r>
            <a:endParaRPr sz="1500">
              <a:solidFill>
                <a:srgbClr val="000000"/>
              </a:solidFill>
            </a:endParaRPr>
          </a:p>
          <a:p>
            <a:pPr indent="-318469" lvl="0" marL="4572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15"/>
              <a:buChar char="❏"/>
            </a:pPr>
            <a:r>
              <a:rPr lang="pt-BR" sz="1415">
                <a:solidFill>
                  <a:srgbClr val="000000"/>
                </a:solidFill>
              </a:rPr>
              <a:t>APLICATIVO </a:t>
            </a:r>
            <a:r>
              <a:rPr lang="pt-BR" sz="1415">
                <a:solidFill>
                  <a:srgbClr val="000000"/>
                </a:solidFill>
              </a:rPr>
              <a:t>MOBILE</a:t>
            </a:r>
            <a:endParaRPr sz="1415">
              <a:solidFill>
                <a:srgbClr val="000000"/>
              </a:solidFill>
            </a:endParaRPr>
          </a:p>
          <a:p>
            <a:pPr indent="-318469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Char char="❏"/>
            </a:pPr>
            <a:r>
              <a:rPr lang="pt-BR" sz="1415">
                <a:solidFill>
                  <a:srgbClr val="000000"/>
                </a:solidFill>
              </a:rPr>
              <a:t>REDE SOCIAL</a:t>
            </a:r>
            <a:endParaRPr sz="1415">
              <a:solidFill>
                <a:srgbClr val="000000"/>
              </a:solidFill>
            </a:endParaRPr>
          </a:p>
          <a:p>
            <a:pPr indent="-318469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5"/>
              <a:buChar char="❏"/>
            </a:pPr>
            <a:r>
              <a:rPr lang="pt-BR" sz="1415">
                <a:solidFill>
                  <a:srgbClr val="000000"/>
                </a:solidFill>
              </a:rPr>
              <a:t>UM JOGO</a:t>
            </a:r>
            <a:endParaRPr sz="1415">
              <a:solidFill>
                <a:srgbClr val="000000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1201584" y="1324130"/>
            <a:ext cx="7038900" cy="31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0000"/>
                </a:solidFill>
              </a:rPr>
              <a:t>SER UM PORTAL DE NOTÍCIAS COM LINGUAGEM INFORMAL PARA COMUNIDADE.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000000"/>
                </a:solidFill>
              </a:rPr>
              <a:t>INFORMAR O PÚBLICO ALVO SOBRE O CENÁRIO DE E-SPORTS.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500">
                <a:solidFill>
                  <a:srgbClr val="000000"/>
                </a:solidFill>
              </a:rPr>
              <a:t>UM SITE VOLTADO PARA A COMUNIDADE SEM O RIGOR TÉCNICO.</a:t>
            </a: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1268500" y="3798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PERSONA -  LUIS JOSE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5469750" y="865850"/>
            <a:ext cx="3583800" cy="22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pt-BR">
                <a:solidFill>
                  <a:srgbClr val="000000"/>
                </a:solidFill>
              </a:rPr>
              <a:t>45 ANOS</a:t>
            </a:r>
            <a:endParaRPr>
              <a:solidFill>
                <a:srgbClr val="000000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pt-BR">
                <a:solidFill>
                  <a:srgbClr val="000000"/>
                </a:solidFill>
              </a:rPr>
              <a:t>CASADO</a:t>
            </a:r>
            <a:endParaRPr>
              <a:solidFill>
                <a:srgbClr val="000000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pt-BR">
                <a:solidFill>
                  <a:srgbClr val="000000"/>
                </a:solidFill>
              </a:rPr>
              <a:t>1 FILHO</a:t>
            </a:r>
            <a:endParaRPr>
              <a:solidFill>
                <a:srgbClr val="000000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pt-BR">
                <a:solidFill>
                  <a:srgbClr val="000000"/>
                </a:solidFill>
              </a:rPr>
              <a:t>PROFESSOR</a:t>
            </a:r>
            <a:endParaRPr>
              <a:solidFill>
                <a:srgbClr val="000000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pt-BR">
                <a:solidFill>
                  <a:srgbClr val="000000"/>
                </a:solidFill>
              </a:rPr>
              <a:t>ADORA GEOGRAFIA E SE DIVERTIR </a:t>
            </a:r>
            <a:endParaRPr>
              <a:solidFill>
                <a:srgbClr val="000000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pt-BR">
                <a:solidFill>
                  <a:srgbClr val="000000"/>
                </a:solidFill>
              </a:rPr>
              <a:t>MORA EM SÃO PAULO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 title="Adobe Express - f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98000" y="1351888"/>
            <a:ext cx="3119475" cy="31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856050" y="4381775"/>
            <a:ext cx="1068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LUIZ JOSÉ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5564250" y="865850"/>
            <a:ext cx="2851200" cy="38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1E1E1E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PERFIL</a:t>
            </a:r>
            <a:endParaRPr sz="1300">
              <a:solidFill>
                <a:srgbClr val="1E1E1E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5564250" y="3051650"/>
            <a:ext cx="1976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COMPORTAMENTO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3544575" y="3165650"/>
            <a:ext cx="35838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COMPORTAMENTO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❏"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AMA VIAJAR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❏"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GOSTA DE JOGOS ANTIGOS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❏"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GOSTA DE DIVERSÃO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❏"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COMUNICATIVO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2482650" y="865850"/>
            <a:ext cx="169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NECESSIDADES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2081675" y="1186350"/>
            <a:ext cx="3293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NECESSIDADES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❏"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SE ATUALIZAR SOBRE O JOGO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❏"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SABER QUANDO TEM PARTIDA DE SUA EQUIPE PREFERIDA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❏"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LER NOTÍCIAS SEM SE CANSAR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1043225" y="236675"/>
            <a:ext cx="5756700" cy="71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PERSONA - MARIANA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5345100" y="949775"/>
            <a:ext cx="3798900" cy="18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00"/>
                </a:solidFill>
              </a:rPr>
              <a:t>PERFIL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19 ANOS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NAMORANDO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UNIVERSITÁRIA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ADORA MATEMÁTICA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MORA EM LONDRINA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5345100" y="2749450"/>
            <a:ext cx="3798900" cy="18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00"/>
                </a:solidFill>
              </a:rPr>
              <a:t>COMPORTAMENTO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AMA  LER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GOSTA DE ASSISTIR FILME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GOSTA DE SAIR DE FINAL DE SEMANA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POUCO </a:t>
            </a:r>
            <a:r>
              <a:rPr lang="pt-BR">
                <a:solidFill>
                  <a:srgbClr val="000000"/>
                </a:solidFill>
              </a:rPr>
              <a:t>COMUNICATIVA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1768675" y="949775"/>
            <a:ext cx="3480900" cy="18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00"/>
                </a:solidFill>
              </a:rPr>
              <a:t>NECESSIDADES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TER EM TEMPO REAL </a:t>
            </a:r>
            <a:r>
              <a:rPr lang="pt-BR">
                <a:solidFill>
                  <a:srgbClr val="000000"/>
                </a:solidFill>
              </a:rPr>
              <a:t>NOTÍCIAS</a:t>
            </a:r>
            <a:r>
              <a:rPr lang="pt-BR">
                <a:solidFill>
                  <a:srgbClr val="000000"/>
                </a:solidFill>
              </a:rPr>
              <a:t> SOBRE OS CAMPEONATOS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GOSTA DE SABER SOBRE RUMORES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E GOSTA DE SABER DAS ATUALIZAÇÕES DO JOGO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99" name="Google Shape;99;p18" title="—Pngtree—young business woman cartoon in_749398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02100" y="1179750"/>
            <a:ext cx="2881925" cy="334067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8"/>
          <p:cNvSpPr txBox="1"/>
          <p:nvPr/>
        </p:nvSpPr>
        <p:spPr>
          <a:xfrm>
            <a:off x="649675" y="4520425"/>
            <a:ext cx="1119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MARIANA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239275" y="125175"/>
            <a:ext cx="7287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PERSONA - JORGE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5240125" y="880875"/>
            <a:ext cx="3798900" cy="15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00"/>
                </a:solidFill>
              </a:rPr>
              <a:t>PERFIL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18 ANOS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SOLTEIRO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TRABALHANDO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ADORA </a:t>
            </a:r>
            <a:r>
              <a:rPr lang="pt-BR">
                <a:solidFill>
                  <a:srgbClr val="000000"/>
                </a:solidFill>
              </a:rPr>
              <a:t>QUÍMICA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MORA EM </a:t>
            </a:r>
            <a:r>
              <a:rPr lang="pt-BR">
                <a:solidFill>
                  <a:srgbClr val="000000"/>
                </a:solidFill>
              </a:rPr>
              <a:t>RIBEIRÃO</a:t>
            </a:r>
            <a:r>
              <a:rPr lang="pt-BR">
                <a:solidFill>
                  <a:srgbClr val="000000"/>
                </a:solidFill>
              </a:rPr>
              <a:t> PRETO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5292150" y="2743625"/>
            <a:ext cx="3798900" cy="15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00"/>
                </a:solidFill>
              </a:rPr>
              <a:t>COMPORTAMENTO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AMA ANIMAIS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GOSTA DE SE EXERCITAR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GOSTA DE </a:t>
            </a:r>
            <a:r>
              <a:rPr lang="pt-BR">
                <a:solidFill>
                  <a:srgbClr val="000000"/>
                </a:solidFill>
              </a:rPr>
              <a:t>VIDEOGAME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NAO GOSTA DE </a:t>
            </a:r>
            <a:r>
              <a:rPr lang="pt-BR">
                <a:solidFill>
                  <a:srgbClr val="000000"/>
                </a:solidFill>
              </a:rPr>
              <a:t>DIVERSÃO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2184925" y="880875"/>
            <a:ext cx="3055200" cy="15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0000"/>
                </a:solidFill>
              </a:rPr>
              <a:t>NECESSIDADE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ACOMPANHAR OS PLACARES DOS JOGOS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SABER QUAIS SERÃO AS PARTIDAS DO DIA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SABER SOBRE AS ATUALIZAÇÕES DO JOGO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09" name="Google Shape;109;p19" title="—Pngtree—pants pocket plug in the_3921677.png"/>
          <p:cNvPicPr preferRelativeResize="0"/>
          <p:nvPr/>
        </p:nvPicPr>
        <p:blipFill rotWithShape="1">
          <a:blip r:embed="rId3">
            <a:alphaModFix/>
          </a:blip>
          <a:srcRect b="0" l="6866" r="6866" t="0"/>
          <a:stretch/>
        </p:blipFill>
        <p:spPr>
          <a:xfrm>
            <a:off x="-179812" y="1131475"/>
            <a:ext cx="2769172" cy="334067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571625" y="4472150"/>
            <a:ext cx="12663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JOÃO</a:t>
            </a: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PEDRO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0" y="0"/>
            <a:ext cx="3801900" cy="9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300"/>
              <a:t>PERSONA X OBJETIVO</a:t>
            </a:r>
            <a:endParaRPr sz="2300"/>
          </a:p>
        </p:txBody>
      </p:sp>
      <p:graphicFrame>
        <p:nvGraphicFramePr>
          <p:cNvPr id="116" name="Google Shape;116;p20"/>
          <p:cNvGraphicFramePr/>
          <p:nvPr/>
        </p:nvGraphicFramePr>
        <p:xfrm>
          <a:off x="1507600" y="161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{3F65C2EA-3120-4AC6-9079-C12DEEA05D53}</a:tableStyleId>
              </a:tblPr>
              <a:tblGrid>
                <a:gridCol w="2413000"/>
                <a:gridCol w="2413000"/>
                <a:gridCol w="2413000"/>
              </a:tblGrid>
              <a:tr h="1106225">
                <a:tc>
                  <a:txBody>
                    <a:bodyPr/>
                    <a:lstStyle/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❏"/>
                      </a:pPr>
                      <a:r>
                        <a:rPr lang="pt-BR" sz="1600"/>
                        <a:t>Criar o site</a:t>
                      </a:r>
                      <a:endParaRPr sz="1600"/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984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Char char="❏"/>
                      </a:pPr>
                      <a:r>
                        <a:rPr lang="pt-BR"/>
                        <a:t>Criar o mapa de conhecimento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❏"/>
                      </a:pPr>
                      <a:r>
                        <a:rPr lang="pt-BR"/>
                        <a:t>Criar a comunidade do whatsapp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06225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❏"/>
                      </a:pPr>
                      <a:r>
                        <a:rPr lang="pt-BR"/>
                        <a:t>linkar com chat gpt para fazer as notícias </a:t>
                      </a:r>
                      <a:endParaRPr/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❏"/>
                      </a:pPr>
                      <a:r>
                        <a:rPr lang="pt-BR"/>
                        <a:t>Fazer o cronograma</a:t>
                      </a:r>
                      <a:endParaRPr/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❏"/>
                      </a:pPr>
                      <a:r>
                        <a:rPr lang="pt-BR"/>
                        <a:t>Preencher o papel do napex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06225"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SzPts val="1400"/>
                        <a:buChar char="❏"/>
                      </a:pPr>
                      <a:r>
                        <a:rPr lang="pt-BR"/>
                        <a:t>Aprender sobre front end</a:t>
                      </a:r>
                      <a:endParaRPr/>
                    </a:p>
                    <a:p>
                      <a:pPr indent="0" lvl="0" marL="45720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❏"/>
                      </a:pPr>
                      <a:r>
                        <a:rPr lang="pt-BR"/>
                        <a:t>Aprender sobre bancos de dados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❏"/>
                      </a:pPr>
                      <a:r>
                        <a:rPr lang="pt-BR"/>
                        <a:t>Criar o design do site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7" name="Google Shape;117;p20"/>
          <p:cNvSpPr txBox="1"/>
          <p:nvPr/>
        </p:nvSpPr>
        <p:spPr>
          <a:xfrm>
            <a:off x="353850" y="2152625"/>
            <a:ext cx="987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LUIZ JOSÉ 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309600" y="3073950"/>
            <a:ext cx="987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MARIANA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309600" y="3981225"/>
            <a:ext cx="11979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JORGE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1984500" y="220200"/>
            <a:ext cx="15123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Proxima Nova"/>
                <a:ea typeface="Proxima Nova"/>
                <a:cs typeface="Proxima Nova"/>
                <a:sym typeface="Proxima Nova"/>
              </a:rPr>
              <a:t>SER UM PORTAL DE NOTÍCIAS COM LINGUAGEM DA COMUNIDADE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3920600" y="220200"/>
            <a:ext cx="2412900" cy="16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Proxima Nova"/>
                <a:ea typeface="Proxima Nova"/>
                <a:cs typeface="Proxima Nova"/>
                <a:sym typeface="Proxima Nova"/>
              </a:rPr>
              <a:t>AUXILIAR OS JOGADORES A SABER SOBRE OQUE ESTA ACONTECENDO NO JOGO É NO UNIVERSO DE E-SPORTS DO JOGO</a:t>
            </a:r>
            <a:endParaRPr sz="13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6333600" y="335850"/>
            <a:ext cx="24129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latin typeface="Proxima Nova"/>
                <a:ea typeface="Proxima Nova"/>
                <a:cs typeface="Proxima Nova"/>
                <a:sym typeface="Proxima Nova"/>
              </a:rPr>
              <a:t>UM SITE VOLTADO PARA A COMUNIDADE SEM O RIGOR TÉCNICO MUITAS VEZES.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CONCORDÂNCIA DE </a:t>
            </a:r>
            <a:r>
              <a:rPr lang="pt-BR"/>
              <a:t>NEGÓCIO</a:t>
            </a:r>
            <a:r>
              <a:rPr lang="pt-BR"/>
              <a:t> X CERTEZA </a:t>
            </a:r>
            <a:r>
              <a:rPr lang="pt-BR"/>
              <a:t>TÉCNICA</a:t>
            </a:r>
            <a:endParaRPr/>
          </a:p>
        </p:txBody>
      </p:sp>
      <p:graphicFrame>
        <p:nvGraphicFramePr>
          <p:cNvPr id="128" name="Google Shape;128;p21"/>
          <p:cNvGraphicFramePr/>
          <p:nvPr/>
        </p:nvGraphicFramePr>
        <p:xfrm>
          <a:off x="1664550" y="1419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{3F65C2EA-3120-4AC6-9079-C12DEEA05D53}</a:tableStyleId>
              </a:tblPr>
              <a:tblGrid>
                <a:gridCol w="2413000"/>
                <a:gridCol w="2413000"/>
                <a:gridCol w="2413000"/>
              </a:tblGrid>
              <a:tr h="102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Criar o mapa de conhecimento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Criar o design do site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Fazer o cronograma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102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Criar o site</a:t>
                      </a:r>
                      <a:endParaRPr sz="16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Criar a comunidade do whatsapp</a:t>
                      </a:r>
                      <a:endParaRPr/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Preencher o papel do napex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102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</a:t>
                      </a:r>
                      <a:r>
                        <a:rPr lang="pt-BR"/>
                        <a:t>inkar com chat gpt para realizar as notícias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Aprender sobre front-end</a:t>
                      </a:r>
                      <a:endParaRPr/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Aprender sobre bancos de dados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29" name="Google Shape;129;p21"/>
          <p:cNvSpPr txBox="1"/>
          <p:nvPr/>
        </p:nvSpPr>
        <p:spPr>
          <a:xfrm>
            <a:off x="233250" y="1687900"/>
            <a:ext cx="1249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ENTENDO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 MUITO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233250" y="2760938"/>
            <a:ext cx="143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ENTENDO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233250" y="3769625"/>
            <a:ext cx="1136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ENTENDO 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POUCO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NÍVEL</a:t>
            </a:r>
            <a:r>
              <a:rPr lang="pt-BR"/>
              <a:t> DE ESFORÇO X VALOR DE </a:t>
            </a:r>
            <a:r>
              <a:rPr lang="pt-BR"/>
              <a:t>NEGÓCIO</a:t>
            </a:r>
            <a:endParaRPr/>
          </a:p>
        </p:txBody>
      </p:sp>
      <p:graphicFrame>
        <p:nvGraphicFramePr>
          <p:cNvPr id="137" name="Google Shape;137;p22"/>
          <p:cNvGraphicFramePr/>
          <p:nvPr/>
        </p:nvGraphicFramePr>
        <p:xfrm>
          <a:off x="1420850" y="111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{3F65C2EA-3120-4AC6-9079-C12DEEA05D53}</a:tableStyleId>
              </a:tblPr>
              <a:tblGrid>
                <a:gridCol w="2413000"/>
                <a:gridCol w="2413000"/>
                <a:gridCol w="2413000"/>
              </a:tblGrid>
              <a:tr h="93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93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140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8" name="Google Shape;138;p22"/>
          <p:cNvSpPr txBox="1"/>
          <p:nvPr/>
        </p:nvSpPr>
        <p:spPr>
          <a:xfrm>
            <a:off x="623650" y="1861375"/>
            <a:ext cx="673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EEE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623650" y="2887475"/>
            <a:ext cx="468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EE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623650" y="3913575"/>
            <a:ext cx="407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E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2297675" y="4480825"/>
            <a:ext cx="673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$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4480050" y="4480825"/>
            <a:ext cx="673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$$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7026900" y="4480825"/>
            <a:ext cx="673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latin typeface="Lato"/>
                <a:ea typeface="Lato"/>
                <a:cs typeface="Lato"/>
                <a:sym typeface="Lato"/>
              </a:rPr>
              <a:t>$$$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1560800" y="1307850"/>
            <a:ext cx="190500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Linkar com chat gpt para realizar as </a:t>
            </a:r>
            <a:r>
              <a:rPr lang="pt-BR" sz="1200"/>
              <a:t>notícias</a:t>
            </a:r>
            <a:endParaRPr sz="1200"/>
          </a:p>
        </p:txBody>
      </p:sp>
      <p:sp>
        <p:nvSpPr>
          <p:cNvPr id="145" name="Google Shape;145;p22"/>
          <p:cNvSpPr txBox="1"/>
          <p:nvPr/>
        </p:nvSpPr>
        <p:spPr>
          <a:xfrm>
            <a:off x="3954675" y="1307850"/>
            <a:ext cx="2013600" cy="457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Aprender sobre front end</a:t>
            </a:r>
            <a:endParaRPr sz="1200"/>
          </a:p>
        </p:txBody>
      </p:sp>
      <p:sp>
        <p:nvSpPr>
          <p:cNvPr id="146" name="Google Shape;146;p22"/>
          <p:cNvSpPr txBox="1"/>
          <p:nvPr/>
        </p:nvSpPr>
        <p:spPr>
          <a:xfrm>
            <a:off x="6457150" y="1344000"/>
            <a:ext cx="1905000" cy="5175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300"/>
              <a:t>Criar o site</a:t>
            </a:r>
            <a:endParaRPr sz="1300"/>
          </a:p>
        </p:txBody>
      </p:sp>
      <p:sp>
        <p:nvSpPr>
          <p:cNvPr id="147" name="Google Shape;147;p22"/>
          <p:cNvSpPr txBox="1"/>
          <p:nvPr/>
        </p:nvSpPr>
        <p:spPr>
          <a:xfrm>
            <a:off x="1729700" y="2246275"/>
            <a:ext cx="1736100" cy="587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Criar a comunidade do whatsapp</a:t>
            </a:r>
            <a:endParaRPr sz="1200"/>
          </a:p>
        </p:txBody>
      </p:sp>
      <p:sp>
        <p:nvSpPr>
          <p:cNvPr id="148" name="Google Shape;148;p22"/>
          <p:cNvSpPr txBox="1"/>
          <p:nvPr/>
        </p:nvSpPr>
        <p:spPr>
          <a:xfrm>
            <a:off x="1560800" y="3158925"/>
            <a:ext cx="1638600" cy="5175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/>
              <a:t>Criar o mapa de conhecimento</a:t>
            </a:r>
            <a:endParaRPr sz="1100"/>
          </a:p>
        </p:txBody>
      </p:sp>
      <p:sp>
        <p:nvSpPr>
          <p:cNvPr id="149" name="Google Shape;149;p22"/>
          <p:cNvSpPr txBox="1"/>
          <p:nvPr/>
        </p:nvSpPr>
        <p:spPr>
          <a:xfrm>
            <a:off x="3954675" y="3158925"/>
            <a:ext cx="1736100" cy="7026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Preencher o papel do napex</a:t>
            </a:r>
            <a:endParaRPr sz="1200"/>
          </a:p>
        </p:txBody>
      </p:sp>
      <p:sp>
        <p:nvSpPr>
          <p:cNvPr id="150" name="Google Shape;150;p22"/>
          <p:cNvSpPr txBox="1"/>
          <p:nvPr/>
        </p:nvSpPr>
        <p:spPr>
          <a:xfrm>
            <a:off x="1560800" y="3861575"/>
            <a:ext cx="1905000" cy="3015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/>
              <a:t>Fazer o cronograma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4033200" y="2233404"/>
            <a:ext cx="1567500" cy="587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Criar o design do site</a:t>
            </a:r>
            <a:endParaRPr sz="1200"/>
          </a:p>
        </p:txBody>
      </p:sp>
      <p:sp>
        <p:nvSpPr>
          <p:cNvPr id="152" name="Google Shape;152;p22"/>
          <p:cNvSpPr txBox="1"/>
          <p:nvPr/>
        </p:nvSpPr>
        <p:spPr>
          <a:xfrm>
            <a:off x="6438425" y="2242600"/>
            <a:ext cx="1736100" cy="5175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Aprender sobre bancos de dados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301575" y="178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JORNADA</a:t>
            </a:r>
            <a:endParaRPr/>
          </a:p>
        </p:txBody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4197225" y="178600"/>
            <a:ext cx="4516200" cy="48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5:00 = ACORDA 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6:00 = ACORDA SEUS FILHOS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6:45 = LEVA SEUS FILHOS PARA ESCOLA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7:15 = CHEGA NA ESCOLA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7:30 = TEM AULA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10:00 = TEM UMA PAUSA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11:00 = TEM AULA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12:15 = ALMOÇA COM SUA MULHER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13:30 = VOLTA PARA A ESCOLA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13:45 = TEM AULA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Char char="❏"/>
            </a:pPr>
            <a:r>
              <a:rPr lang="pt-BR">
                <a:solidFill>
                  <a:srgbClr val="FF0000"/>
                </a:solidFill>
              </a:rPr>
              <a:t>14:30 = LÊ </a:t>
            </a:r>
            <a:r>
              <a:rPr lang="pt-BR">
                <a:solidFill>
                  <a:srgbClr val="FF0000"/>
                </a:solidFill>
              </a:rPr>
              <a:t>NOTÍCIAS</a:t>
            </a:r>
            <a:r>
              <a:rPr lang="pt-BR">
                <a:solidFill>
                  <a:srgbClr val="FF0000"/>
                </a:solidFill>
              </a:rPr>
              <a:t> VARIADAS ENTRE ELAS DE JOGOS</a:t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16:45 = BUSCA SEU FILHO NA ESCOLA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18:00 = FAZ A JANTA PARA A </a:t>
            </a:r>
            <a:r>
              <a:rPr lang="pt-BR">
                <a:solidFill>
                  <a:srgbClr val="000000"/>
                </a:solidFill>
              </a:rPr>
              <a:t>FAMÍLIA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19:00 = ASSISTE JORNAL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20:00 = </a:t>
            </a:r>
            <a:r>
              <a:rPr lang="pt-BR">
                <a:solidFill>
                  <a:srgbClr val="000000"/>
                </a:solidFill>
              </a:rPr>
              <a:t>JOGA</a:t>
            </a:r>
            <a:r>
              <a:rPr lang="pt-BR">
                <a:solidFill>
                  <a:srgbClr val="000000"/>
                </a:solidFill>
              </a:rPr>
              <a:t> </a:t>
            </a:r>
            <a:r>
              <a:rPr lang="pt-BR">
                <a:solidFill>
                  <a:srgbClr val="000000"/>
                </a:solidFill>
              </a:rPr>
              <a:t>VALORANT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21:00 = COLOCA SEU FILHO PARA DORMIR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22:00 = JOGA LOL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❏"/>
            </a:pPr>
            <a:r>
              <a:rPr lang="pt-BR">
                <a:solidFill>
                  <a:srgbClr val="000000"/>
                </a:solidFill>
              </a:rPr>
              <a:t>23:00 = DORME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59" name="Google Shape;159;p23" title="Adobe Express - fi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125" y="970238"/>
            <a:ext cx="3119475" cy="31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3"/>
          <p:cNvSpPr txBox="1"/>
          <p:nvPr/>
        </p:nvSpPr>
        <p:spPr>
          <a:xfrm>
            <a:off x="1717400" y="4163375"/>
            <a:ext cx="119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LUIZ JOSÉ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701713" y="255175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JORNADA</a:t>
            </a:r>
            <a:endParaRPr/>
          </a:p>
        </p:txBody>
      </p:sp>
      <p:sp>
        <p:nvSpPr>
          <p:cNvPr id="166" name="Google Shape;166;p24"/>
          <p:cNvSpPr txBox="1"/>
          <p:nvPr>
            <p:ph idx="1" type="body"/>
          </p:nvPr>
        </p:nvSpPr>
        <p:spPr>
          <a:xfrm>
            <a:off x="4114547" y="255175"/>
            <a:ext cx="4733100" cy="44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pt-BR" sz="1500">
                <a:solidFill>
                  <a:srgbClr val="000000"/>
                </a:solidFill>
              </a:rPr>
              <a:t>7:00 = ACORDA E TOMA SEU </a:t>
            </a:r>
            <a:r>
              <a:rPr lang="pt-BR" sz="1500">
                <a:solidFill>
                  <a:srgbClr val="000000"/>
                </a:solidFill>
              </a:rPr>
              <a:t>CAFÉ</a:t>
            </a:r>
            <a:r>
              <a:rPr lang="pt-BR" sz="1500">
                <a:solidFill>
                  <a:srgbClr val="000000"/>
                </a:solidFill>
              </a:rPr>
              <a:t> DA MANHÃ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pt-BR" sz="1500">
                <a:solidFill>
                  <a:srgbClr val="000000"/>
                </a:solidFill>
              </a:rPr>
              <a:t>8:00 = JOGA VIDEO GAME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pt-BR" sz="1500">
                <a:solidFill>
                  <a:srgbClr val="000000"/>
                </a:solidFill>
              </a:rPr>
              <a:t>10:30 = ESTUDA PARA A FACULDADE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pt-BR" sz="1500">
                <a:solidFill>
                  <a:srgbClr val="000000"/>
                </a:solidFill>
              </a:rPr>
              <a:t>12:00 = ALMOÇAR COM O SEU NAMORADO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pt-BR" sz="1500">
                <a:solidFill>
                  <a:srgbClr val="000000"/>
                </a:solidFill>
              </a:rPr>
              <a:t>14:00 = VAI PARA FACULDADE FAZER SUA INICIAÇÃO CIENTIFICA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Char char="❏"/>
            </a:pPr>
            <a:r>
              <a:rPr lang="pt-BR" sz="1500">
                <a:solidFill>
                  <a:srgbClr val="FF0000"/>
                </a:solidFill>
              </a:rPr>
              <a:t>16:00 = LÊ NOTÍCIAS SOBRE O MUNDO DOS GAMES</a:t>
            </a:r>
            <a:endParaRPr sz="1500">
              <a:solidFill>
                <a:srgbClr val="FF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pt-BR" sz="1500">
                <a:solidFill>
                  <a:srgbClr val="000000"/>
                </a:solidFill>
              </a:rPr>
              <a:t>18:00 = LÊ SEU LIVRO DO MOMENTO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pt-BR" sz="1500">
                <a:solidFill>
                  <a:srgbClr val="000000"/>
                </a:solidFill>
              </a:rPr>
              <a:t>19:00 = VAI PARA A AULA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pt-BR" sz="1500">
                <a:solidFill>
                  <a:srgbClr val="000000"/>
                </a:solidFill>
              </a:rPr>
              <a:t>22:45= CHEGA EM CASA 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pt-BR" sz="1500">
                <a:solidFill>
                  <a:srgbClr val="000000"/>
                </a:solidFill>
              </a:rPr>
              <a:t>23:00 = ASSISTE UM FILME COM O SEU NAMORADO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❏"/>
            </a:pPr>
            <a:r>
              <a:rPr lang="pt-BR" sz="1500">
                <a:solidFill>
                  <a:srgbClr val="000000"/>
                </a:solidFill>
              </a:rPr>
              <a:t>00:30 = DORME</a:t>
            </a:r>
            <a:endParaRPr sz="1500">
              <a:solidFill>
                <a:srgbClr val="000000"/>
              </a:solidFill>
            </a:endParaRPr>
          </a:p>
        </p:txBody>
      </p:sp>
      <p:pic>
        <p:nvPicPr>
          <p:cNvPr id="167" name="Google Shape;167;p24" title="—Pngtree—young business woman cartoon in_749398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750" y="945550"/>
            <a:ext cx="2881925" cy="334067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4"/>
          <p:cNvSpPr txBox="1"/>
          <p:nvPr/>
        </p:nvSpPr>
        <p:spPr>
          <a:xfrm>
            <a:off x="1801025" y="4286225"/>
            <a:ext cx="96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MARIANA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title"/>
          </p:nvPr>
        </p:nvSpPr>
        <p:spPr>
          <a:xfrm>
            <a:off x="896888" y="276975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JORNADA</a:t>
            </a:r>
            <a:endParaRPr/>
          </a:p>
        </p:txBody>
      </p:sp>
      <p:sp>
        <p:nvSpPr>
          <p:cNvPr id="174" name="Google Shape;174;p25"/>
          <p:cNvSpPr txBox="1"/>
          <p:nvPr>
            <p:ph idx="1" type="body"/>
          </p:nvPr>
        </p:nvSpPr>
        <p:spPr>
          <a:xfrm>
            <a:off x="3980375" y="393750"/>
            <a:ext cx="4793700" cy="43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pt-BR" sz="1700">
                <a:solidFill>
                  <a:srgbClr val="000000"/>
                </a:solidFill>
              </a:rPr>
              <a:t>5:30 = ACORDA E TOMA O CAFE</a:t>
            </a:r>
            <a:endParaRPr sz="1700">
              <a:solidFill>
                <a:srgbClr val="000000"/>
              </a:solidFill>
            </a:endParaRPr>
          </a:p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pt-BR" sz="1700">
                <a:solidFill>
                  <a:srgbClr val="000000"/>
                </a:solidFill>
              </a:rPr>
              <a:t>6:00 = VAI PARA A ACADEMIA</a:t>
            </a:r>
            <a:endParaRPr sz="1700">
              <a:solidFill>
                <a:srgbClr val="000000"/>
              </a:solidFill>
            </a:endParaRPr>
          </a:p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pt-BR" sz="1700">
                <a:solidFill>
                  <a:srgbClr val="000000"/>
                </a:solidFill>
              </a:rPr>
              <a:t>7:30 = SE ARRUMA PARA IR PARA O TRABALHO</a:t>
            </a:r>
            <a:endParaRPr sz="1700">
              <a:solidFill>
                <a:srgbClr val="000000"/>
              </a:solidFill>
            </a:endParaRPr>
          </a:p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pt-BR" sz="1700">
                <a:solidFill>
                  <a:srgbClr val="000000"/>
                </a:solidFill>
              </a:rPr>
              <a:t>8:00 = CHEGA NO TRABALHO</a:t>
            </a:r>
            <a:endParaRPr sz="1700">
              <a:solidFill>
                <a:srgbClr val="000000"/>
              </a:solidFill>
            </a:endParaRPr>
          </a:p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pt-BR" sz="1700">
                <a:solidFill>
                  <a:srgbClr val="000000"/>
                </a:solidFill>
              </a:rPr>
              <a:t>9:00 = REUNIÃO COM OS CHEFES</a:t>
            </a:r>
            <a:endParaRPr sz="1700">
              <a:solidFill>
                <a:srgbClr val="000000"/>
              </a:solidFill>
            </a:endParaRPr>
          </a:p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pt-BR" sz="1700">
                <a:solidFill>
                  <a:srgbClr val="000000"/>
                </a:solidFill>
              </a:rPr>
              <a:t>12:00 = ALMOÇA ASSISTINDO UM </a:t>
            </a:r>
            <a:r>
              <a:rPr lang="pt-BR" sz="1700">
                <a:solidFill>
                  <a:srgbClr val="000000"/>
                </a:solidFill>
              </a:rPr>
              <a:t>VÍDEO DE ALGUM JOGO</a:t>
            </a:r>
            <a:endParaRPr sz="1700">
              <a:solidFill>
                <a:srgbClr val="000000"/>
              </a:solidFill>
            </a:endParaRPr>
          </a:p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pt-BR" sz="1700">
                <a:solidFill>
                  <a:srgbClr val="000000"/>
                </a:solidFill>
              </a:rPr>
              <a:t>14:00 = OLHA A SUA AGENDA</a:t>
            </a:r>
            <a:endParaRPr sz="1700">
              <a:solidFill>
                <a:srgbClr val="000000"/>
              </a:solidFill>
            </a:endParaRPr>
          </a:p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pt-BR" sz="1700">
                <a:solidFill>
                  <a:srgbClr val="000000"/>
                </a:solidFill>
              </a:rPr>
              <a:t>16:00 = SAI DO TRABALHO</a:t>
            </a:r>
            <a:endParaRPr sz="1700">
              <a:solidFill>
                <a:srgbClr val="000000"/>
              </a:solidFill>
            </a:endParaRPr>
          </a:p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❏"/>
            </a:pPr>
            <a:r>
              <a:rPr lang="pt-BR" sz="1700">
                <a:solidFill>
                  <a:srgbClr val="FF0000"/>
                </a:solidFill>
              </a:rPr>
              <a:t>17:00 = </a:t>
            </a:r>
            <a:r>
              <a:rPr lang="pt-BR" sz="1700">
                <a:solidFill>
                  <a:srgbClr val="FF0000"/>
                </a:solidFill>
              </a:rPr>
              <a:t>LÊ</a:t>
            </a:r>
            <a:r>
              <a:rPr lang="pt-BR" sz="1700">
                <a:solidFill>
                  <a:srgbClr val="FF0000"/>
                </a:solidFill>
              </a:rPr>
              <a:t> </a:t>
            </a:r>
            <a:r>
              <a:rPr lang="pt-BR" sz="1700">
                <a:solidFill>
                  <a:srgbClr val="FF0000"/>
                </a:solidFill>
              </a:rPr>
              <a:t>NOTÍCIAS</a:t>
            </a:r>
            <a:r>
              <a:rPr lang="pt-BR" sz="1700">
                <a:solidFill>
                  <a:srgbClr val="FF0000"/>
                </a:solidFill>
              </a:rPr>
              <a:t> SOBRE O MUNDO DOS GAMES</a:t>
            </a:r>
            <a:endParaRPr sz="1700">
              <a:solidFill>
                <a:srgbClr val="FF0000"/>
              </a:solidFill>
            </a:endParaRPr>
          </a:p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pt-BR" sz="1700">
                <a:solidFill>
                  <a:srgbClr val="000000"/>
                </a:solidFill>
              </a:rPr>
              <a:t>18:30 = SAÍ DA AULA DE INGLÊS</a:t>
            </a:r>
            <a:endParaRPr sz="1700">
              <a:solidFill>
                <a:srgbClr val="000000"/>
              </a:solidFill>
            </a:endParaRPr>
          </a:p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pt-BR" sz="1700">
                <a:solidFill>
                  <a:srgbClr val="000000"/>
                </a:solidFill>
              </a:rPr>
              <a:t>19:00 = JANTA COM A NAMORADA</a:t>
            </a:r>
            <a:endParaRPr sz="1700">
              <a:solidFill>
                <a:srgbClr val="000000"/>
              </a:solidFill>
            </a:endParaRPr>
          </a:p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pt-BR" sz="1700">
                <a:solidFill>
                  <a:srgbClr val="000000"/>
                </a:solidFill>
              </a:rPr>
              <a:t>21:00 = JOGA VIDEO GAME</a:t>
            </a:r>
            <a:endParaRPr sz="1700">
              <a:solidFill>
                <a:srgbClr val="000000"/>
              </a:solidFill>
            </a:endParaRPr>
          </a:p>
          <a:p>
            <a:pPr indent="-32035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❏"/>
            </a:pPr>
            <a:r>
              <a:rPr lang="pt-BR" sz="1700">
                <a:solidFill>
                  <a:srgbClr val="000000"/>
                </a:solidFill>
              </a:rPr>
              <a:t>23:00 = DORME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75" name="Google Shape;175;p25" title="—Pngtree—pants pocket plug in the_3921677.png"/>
          <p:cNvPicPr preferRelativeResize="0"/>
          <p:nvPr/>
        </p:nvPicPr>
        <p:blipFill rotWithShape="1">
          <a:blip r:embed="rId3">
            <a:alphaModFix/>
          </a:blip>
          <a:srcRect b="0" l="6866" r="6866" t="0"/>
          <a:stretch/>
        </p:blipFill>
        <p:spPr>
          <a:xfrm>
            <a:off x="916300" y="1088175"/>
            <a:ext cx="2769172" cy="314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 txBox="1"/>
          <p:nvPr/>
        </p:nvSpPr>
        <p:spPr>
          <a:xfrm>
            <a:off x="1696475" y="4284800"/>
            <a:ext cx="132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JOÃO PEDRO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ONDAS</a:t>
            </a:r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717675" y="1141675"/>
            <a:ext cx="7526100" cy="36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5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7655">
                <a:solidFill>
                  <a:srgbClr val="000000"/>
                </a:solidFill>
              </a:rPr>
              <a:t>1</a:t>
            </a:r>
            <a:endParaRPr sz="7655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655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7655">
                <a:solidFill>
                  <a:srgbClr val="000000"/>
                </a:solidFill>
              </a:rPr>
              <a:t>2</a:t>
            </a:r>
            <a:endParaRPr sz="7655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655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7655">
                <a:solidFill>
                  <a:srgbClr val="000000"/>
                </a:solidFill>
              </a:rPr>
              <a:t>3</a:t>
            </a:r>
            <a:endParaRPr sz="7655">
              <a:solidFill>
                <a:srgbClr val="000000"/>
              </a:solidFill>
            </a:endParaRPr>
          </a:p>
        </p:txBody>
      </p:sp>
      <p:graphicFrame>
        <p:nvGraphicFramePr>
          <p:cNvPr id="183" name="Google Shape;183;p26"/>
          <p:cNvGraphicFramePr/>
          <p:nvPr/>
        </p:nvGraphicFramePr>
        <p:xfrm>
          <a:off x="1234500" y="1531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{3F65C2EA-3120-4AC6-9079-C12DEEA05D53}</a:tableStyleId>
              </a:tblPr>
              <a:tblGrid>
                <a:gridCol w="2199050"/>
                <a:gridCol w="2199050"/>
                <a:gridCol w="2199050"/>
              </a:tblGrid>
              <a:tr h="96077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Criar o mapa de conhecimento</a:t>
                      </a:r>
                      <a:endParaRPr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Fazer o cronograma</a:t>
                      </a:r>
                      <a:endParaRPr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Aprender sobre bancos de dados</a:t>
                      </a:r>
                      <a:endParaRPr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</a:tr>
              <a:tr h="115395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/>
                        <a:t>Criar o site</a:t>
                      </a:r>
                      <a:endParaRPr sz="1600"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Aprender sobre front end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Criar o design do site</a:t>
                      </a:r>
                      <a:endParaRPr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96077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</a:t>
                      </a:r>
                      <a:r>
                        <a:rPr lang="pt-BR"/>
                        <a:t>inkar com chat gpt para realizar as </a:t>
                      </a:r>
                      <a:r>
                        <a:rPr lang="pt-BR"/>
                        <a:t>notícias</a:t>
                      </a:r>
                      <a:endParaRPr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Criar a comunidade do whatsapp</a:t>
                      </a:r>
                      <a:endParaRPr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Preencher o papel do napex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